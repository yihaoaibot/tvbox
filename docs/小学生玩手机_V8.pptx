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926080"/>
            <a:ext cx="1463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</a:rPr>
              <a:t>小学生与手机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0" y="4206240"/>
            <a:ext cx="1463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6700"/>
                </a:solidFill>
              </a:rPr>
              <a:t>理性引导 · 健康成长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700"/>
                </a:solidFill>
              </a:rPr>
              <a:t>现状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6700"/>
                </a:solidFill>
              </a:rPr>
              <a:t>&gt;85%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小学生使用手机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0" y="219456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</a:rPr>
              <a:t>35%+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502920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小学生近视率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0" y="219456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</a:rPr>
              <a:t>2h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960120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日均使用时长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700"/>
                </a:solidFill>
              </a:rPr>
              <a:t>正面价值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1280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学习便利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2011680"/>
            <a:ext cx="1280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88888"/>
                </a:solidFill>
              </a:rPr>
              <a:t>在线教育 · 查资料 · 视频教程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2743200"/>
            <a:ext cx="1280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社交沟通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97280" y="3383280"/>
            <a:ext cx="1280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88888"/>
                </a:solidFill>
              </a:rPr>
              <a:t>联系家人 · 协作技巧 · 拓展社交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4114800"/>
            <a:ext cx="1280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认知发展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97280" y="4754880"/>
            <a:ext cx="1280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88888"/>
                </a:solidFill>
              </a:rPr>
              <a:t>新事物 · 科技素养 · 手眼协调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5486400"/>
            <a:ext cx="1280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适度娱乐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097280" y="6126480"/>
            <a:ext cx="1280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88888"/>
                </a:solidFill>
              </a:rPr>
              <a:t>减压 · 兴趣 · 智力游戏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700"/>
                </a:solidFill>
              </a:rPr>
              <a:t>风险警示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1280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视力损伤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2011680"/>
            <a:ext cx="1280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88888"/>
                </a:solidFill>
              </a:rPr>
              <a:t>近视率上升 · 眼睛疲劳 · 蓝光伤害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2743200"/>
            <a:ext cx="1280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影响学习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97280" y="3383280"/>
            <a:ext cx="1280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88888"/>
                </a:solidFill>
              </a:rPr>
              <a:t>注意力下降 · 作业质量低 · 睡眠不足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4114800"/>
            <a:ext cx="1280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运动减少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97280" y="4754880"/>
            <a:ext cx="1280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88888"/>
                </a:solidFill>
              </a:rPr>
              <a:t>体质下降 · 肥胖风险 · 协调性差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5486400"/>
            <a:ext cx="1280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心理健康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097280" y="6126480"/>
            <a:ext cx="1280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88888"/>
                </a:solidFill>
              </a:rPr>
              <a:t>社交退缩 · 情绪问题 · 成瘾倾向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700"/>
                </a:solidFill>
              </a:rPr>
              <a:t>真实案例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700"/>
                </a:solidFill>
              </a:rPr>
              <a:t>警示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2011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小明·三年级 每天3小时→近视300度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468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小红·四年级 沉迷短视频→成绩下滑30名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1371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示范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0" y="2011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小刚·五年级 30分钟学习APP→成绩提升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700"/>
                </a:solidFill>
              </a:rPr>
              <a:t>解决方案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97280" y="18288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家长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制定规则·控制软件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以身作则·高质量陪伴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669280" y="18288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学校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0" y="27432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安全教育·无手机课堂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课外活动·家校联动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241280" y="18288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学生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241280" y="27432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遵守约定·开启护眼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卸载无关·多运动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700"/>
                </a:solidFill>
              </a:rPr>
              <a:t>时长建议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9728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3岁以下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3774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700"/>
                </a:solidFill>
              </a:rPr>
              <a:t>不建议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3-6岁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23774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700"/>
                </a:solidFill>
              </a:rPr>
              <a:t>≤30分钟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04672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7-12岁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0" y="23774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700"/>
                </a:solidFill>
              </a:rPr>
              <a:t>≤1小时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152144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12岁+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521440" y="23774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700"/>
                </a:solidFill>
              </a:rPr>
              <a:t>≤1.5小时</a:t>
            </a:r>
            <a:endParaRPr lang="en-US" sz="4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700"/>
                </a:solidFill>
              </a:rPr>
              <a:t>本周行动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1280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制定规则并张贴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2560320"/>
            <a:ext cx="1280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设置家长控制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3749040"/>
            <a:ext cx="1280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约定无手机时间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4937760"/>
            <a:ext cx="1280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增加户外活动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926080"/>
            <a:ext cx="1463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关键在引导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4023360"/>
            <a:ext cx="1463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6700"/>
                </a:solidFill>
              </a:rPr>
              <a:t>让孩子做主人，非奴隶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小学生与手机</dc:title>
  <dc:subject>PptxGenJS Presentation</dc:subject>
  <dc:creator>PptxGenJS</dc:creator>
  <cp:lastModifiedBy>PptxGenJS</cp:lastModifiedBy>
  <cp:revision>1</cp:revision>
  <dcterms:created xsi:type="dcterms:W3CDTF">2026-02-26T13:48:26Z</dcterms:created>
  <dcterms:modified xsi:type="dcterms:W3CDTF">2026-02-26T13:48:26Z</dcterms:modified>
</cp:coreProperties>
</file>